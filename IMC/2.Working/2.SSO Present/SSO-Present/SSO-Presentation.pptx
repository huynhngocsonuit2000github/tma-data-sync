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84" autoAdjust="0"/>
  </p:normalViewPr>
  <p:slideViewPr>
    <p:cSldViewPr>
      <p:cViewPr varScale="1">
        <p:scale>
          <a:sx n="76" d="100"/>
          <a:sy n="76" d="100"/>
        </p:scale>
        <p:origin x="66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FC69F-3B8C-4E83-8CA3-6D1732A8DB5E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9BAC7-9D26-4217-AB11-7C1E54AD4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1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 smtClean="0"/>
              <a:t>Kkk</a:t>
            </a:r>
            <a:r>
              <a:rPr lang="en-US" dirty="0" smtClean="0"/>
              <a:t> app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So many password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Sync issue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Effort and</a:t>
            </a:r>
            <a:r>
              <a:rPr lang="en-US" baseline="0" dirty="0" smtClean="0"/>
              <a:t> cost to implement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9BAC7-9D26-4217-AB11-7C1E54AD46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27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9BAC7-9D26-4217-AB11-7C1E54AD46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53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9BAC7-9D26-4217-AB11-7C1E54AD46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66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Internal: Icon</a:t>
            </a:r>
          </a:p>
          <a:p>
            <a:pPr marL="171450" indent="-171450">
              <a:buFontTx/>
              <a:buChar char="-"/>
            </a:pPr>
            <a:r>
              <a:rPr lang="en-US" dirty="0" err="1" smtClean="0"/>
              <a:t>microservice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9BAC7-9D26-4217-AB11-7C1E54AD46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39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1800" y="4114800"/>
            <a:ext cx="6045200" cy="184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Authentication Challenges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Solution with SSO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Authentication Flow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13400" y="9144000"/>
            <a:ext cx="525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Huỳnh Ngọc Sơn – hnson@tma.com.vn</a:t>
            </a:r>
            <a:endParaRPr lang="en-US" sz="2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</TotalTime>
  <Words>33</Words>
  <Application>Microsoft Office PowerPoint</Application>
  <PresentationFormat>Custom</PresentationFormat>
  <Paragraphs>15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Son Huynh Ngoc</cp:lastModifiedBy>
  <cp:revision>10</cp:revision>
  <dcterms:created xsi:type="dcterms:W3CDTF">2026-02-09T16:43:17Z</dcterms:created>
  <dcterms:modified xsi:type="dcterms:W3CDTF">2026-02-10T09:37:01Z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LastSaved">
    <vt:filetime>2026-02-09T00:00:00Z</vt:filetime>
  </property>
  <property fmtid="{D5CDD505-2E9C-101B-9397-08002B2CF9AE}" pid="4" name="Producer">
    <vt:lpwstr>3-Heights(TM) PDF Security Shell 4.8.25.2 (http://www.pdf-tools.com)</vt:lpwstr>
  </property>
</Properties>
</file>